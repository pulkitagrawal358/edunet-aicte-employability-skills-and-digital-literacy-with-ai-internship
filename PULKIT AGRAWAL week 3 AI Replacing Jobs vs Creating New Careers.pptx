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89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0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3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9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6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4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9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5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3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3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7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04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7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72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43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0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467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s AI Taking Over Jobs, or Creating New ...">
            <a:extLst>
              <a:ext uri="{FF2B5EF4-FFF2-40B4-BE49-F238E27FC236}">
                <a16:creationId xmlns:a16="http://schemas.microsoft.com/office/drawing/2014/main" id="{ADDFA397-9441-E756-FB9F-FF27F3EDC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296"/>
            <a:ext cx="9165070" cy="513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8976852" cy="1085296"/>
          </a:xfrm>
        </p:spPr>
        <p:txBody>
          <a:bodyPr>
            <a:normAutofit fontScale="90000"/>
          </a:bodyPr>
          <a:lstStyle/>
          <a:p>
            <a:r>
              <a:rPr dirty="0"/>
              <a:t>AI Replacing Jobs vs Creating New Careers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6243484"/>
            <a:ext cx="7510506" cy="481782"/>
          </a:xfrm>
        </p:spPr>
        <p:txBody>
          <a:bodyPr/>
          <a:lstStyle/>
          <a:p>
            <a:r>
              <a:rPr dirty="0"/>
              <a:t>Pulkit Agrawal | </a:t>
            </a:r>
            <a:r>
              <a:rPr dirty="0" err="1"/>
              <a:t>Edunet</a:t>
            </a:r>
            <a:r>
              <a:rPr dirty="0"/>
              <a:t> Foundation – AICTE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obots and people are joining forces - Wire Tech World">
            <a:extLst>
              <a:ext uri="{FF2B5EF4-FFF2-40B4-BE49-F238E27FC236}">
                <a16:creationId xmlns:a16="http://schemas.microsoft.com/office/drawing/2014/main" id="{9C21E6B8-0B4A-55DE-0C7D-4C5AA23B4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0" y="0"/>
            <a:ext cx="9130080" cy="572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0" y="0"/>
            <a:ext cx="7511473" cy="1312480"/>
          </a:xfrm>
        </p:spPr>
        <p:txBody>
          <a:bodyPr>
            <a:normAutofit/>
          </a:bodyPr>
          <a:lstStyle/>
          <a:p>
            <a:r>
              <a:rPr dirty="0"/>
              <a:t>What’s Changing in the </a:t>
            </a:r>
            <a:r>
              <a:rPr dirty="0" err="1"/>
              <a:t>Labour</a:t>
            </a:r>
            <a:r>
              <a:rPr dirty="0"/>
              <a:t>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15608"/>
            <a:ext cx="7511472" cy="1872005"/>
          </a:xfrm>
        </p:spPr>
        <p:txBody>
          <a:bodyPr/>
          <a:lstStyle/>
          <a:p>
            <a:r>
              <a:rPr dirty="0"/>
              <a:t>Automation is replacing repetitive, routine tasks.</a:t>
            </a:r>
          </a:p>
          <a:p>
            <a:r>
              <a:rPr dirty="0"/>
              <a:t>AI is simultaneously generating new high‑skill roles.</a:t>
            </a:r>
          </a:p>
          <a:p>
            <a:r>
              <a:rPr dirty="0"/>
              <a:t>India sees both automation in back‑end operations and rapid growth in AI‑driven startups.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uman Intelligence (HI) Vs Artificial ...">
            <a:extLst>
              <a:ext uri="{FF2B5EF4-FFF2-40B4-BE49-F238E27FC236}">
                <a16:creationId xmlns:a16="http://schemas.microsoft.com/office/drawing/2014/main" id="{B2EB3121-A52D-A507-1F2E-BC9B2A329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6018"/>
            <a:ext cx="9147511" cy="512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50298" cy="835742"/>
          </a:xfrm>
        </p:spPr>
        <p:txBody>
          <a:bodyPr/>
          <a:lstStyle/>
          <a:p>
            <a:r>
              <a:rPr dirty="0"/>
              <a:t>Key Expert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23763"/>
            <a:ext cx="7511472" cy="1940831"/>
          </a:xfrm>
        </p:spPr>
        <p:txBody>
          <a:bodyPr/>
          <a:lstStyle/>
          <a:p>
            <a:r>
              <a:rPr dirty="0"/>
              <a:t>AI augments more jobs than it eliminates.</a:t>
            </a:r>
          </a:p>
          <a:p>
            <a:r>
              <a:rPr dirty="0"/>
              <a:t>Hybrid roles combining domain + AI skills are increasing.</a:t>
            </a:r>
          </a:p>
          <a:p>
            <a:r>
              <a:rPr dirty="0"/>
              <a:t>Reskilling reduces displacement risk.</a:t>
            </a:r>
          </a:p>
          <a:p>
            <a:r>
              <a:rPr dirty="0"/>
              <a:t>AI governance, auditing, and ethics roles are expanding.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s AI Taking Over Jobs? What Employers ...">
            <a:extLst>
              <a:ext uri="{FF2B5EF4-FFF2-40B4-BE49-F238E27FC236}">
                <a16:creationId xmlns:a16="http://schemas.microsoft.com/office/drawing/2014/main" id="{17281C60-F269-A6B8-1638-C9E867B07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685" cy="520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0685"/>
            <a:ext cx="7511473" cy="770666"/>
          </a:xfrm>
        </p:spPr>
        <p:txBody>
          <a:bodyPr/>
          <a:lstStyle/>
          <a:p>
            <a:r>
              <a:rPr dirty="0"/>
              <a:t>Recommendations &amp; 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5201265"/>
            <a:ext cx="7511472" cy="1626199"/>
          </a:xfrm>
        </p:spPr>
        <p:txBody>
          <a:bodyPr/>
          <a:lstStyle/>
          <a:p>
            <a:r>
              <a:rPr dirty="0"/>
              <a:t>Build T-shaped skills: domain depth + AI </a:t>
            </a:r>
            <a:r>
              <a:rPr lang="en-IN" dirty="0"/>
              <a:t>l</a:t>
            </a:r>
            <a:r>
              <a:rPr dirty="0" err="1"/>
              <a:t>iteracy</a:t>
            </a:r>
            <a:r>
              <a:rPr dirty="0"/>
              <a:t>.</a:t>
            </a:r>
          </a:p>
          <a:p>
            <a:r>
              <a:rPr dirty="0"/>
              <a:t>Expand reskilling &amp; micro-learning programs.</a:t>
            </a:r>
          </a:p>
          <a:p>
            <a:r>
              <a:rPr dirty="0"/>
              <a:t>Strengthen policy frameworks to make AI job-positive.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uman Vs Robot Royalty-Free Images ...">
            <a:extLst>
              <a:ext uri="{FF2B5EF4-FFF2-40B4-BE49-F238E27FC236}">
                <a16:creationId xmlns:a16="http://schemas.microsoft.com/office/drawing/2014/main" id="{58F8DD89-2141-B25B-32A7-B5D35FA1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06" y="0"/>
            <a:ext cx="6921910" cy="746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0"/>
            <a:ext cx="7511473" cy="1312480"/>
          </a:xfrm>
        </p:spPr>
        <p:txBody>
          <a:bodyPr/>
          <a:lstStyle/>
          <a:p>
            <a:r>
              <a:rPr dirty="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473852"/>
            <a:ext cx="7511472" cy="4041162"/>
          </a:xfrm>
        </p:spPr>
        <p:txBody>
          <a:bodyPr/>
          <a:lstStyle/>
          <a:p>
            <a:r>
              <a:rPr dirty="0"/>
              <a:t>World Economic Forum – Future of Jobs Report</a:t>
            </a:r>
          </a:p>
          <a:p>
            <a:r>
              <a:rPr dirty="0"/>
              <a:t>McKinsey Global Institute – AI &amp; Workforce Studies</a:t>
            </a:r>
          </a:p>
          <a:p>
            <a:r>
              <a:rPr dirty="0"/>
              <a:t>NITI Aayog – AI for All Report</a:t>
            </a:r>
          </a:p>
          <a:p>
            <a:r>
              <a:rPr dirty="0"/>
              <a:t>Industry case studies &amp; news insights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</TotalTime>
  <Words>153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Mesh</vt:lpstr>
      <vt:lpstr>AI Replacing Jobs vs Creating New Careers</vt:lpstr>
      <vt:lpstr>What’s Changing in the Labour Market</vt:lpstr>
      <vt:lpstr>Key Expert Insights</vt:lpstr>
      <vt:lpstr>Recommendations &amp; Way Forward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Pulkit Agrawal</dc:creator>
  <cp:keywords/>
  <dc:description>generated using python-pptx</dc:description>
  <cp:lastModifiedBy>Pulkit Agrawal</cp:lastModifiedBy>
  <cp:revision>2</cp:revision>
  <dcterms:created xsi:type="dcterms:W3CDTF">2013-01-27T09:14:16Z</dcterms:created>
  <dcterms:modified xsi:type="dcterms:W3CDTF">2025-12-10T16:02:18Z</dcterms:modified>
  <cp:category/>
</cp:coreProperties>
</file>